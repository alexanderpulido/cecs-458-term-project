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50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eater_bg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0" y="256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CECS 451  ·  Team 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Discovery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what you want to watch —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knowing what to search for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1188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7307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Doi  ·  Elias Ghazlani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Arlena Ung  ·  Mulero Alamou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46227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462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 / 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Presentation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0698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33272" y="14630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content discovery is broken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8600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239572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278892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AI-powered chatbot approach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61188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37216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3272" y="411480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 + MovieLens + TMDB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601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68112" y="10698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146304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fit and differentiation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8600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68112" y="239572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68112" y="278892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walkthrough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206240" cy="114300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1188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68112" y="37216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68112" y="4114800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discover content they don't already know exists.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389888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44752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requires you to know the title first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only works if you already know what you want to watch. New or casual users are left with no clear path.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276856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2276856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331720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lists favor popular and mainstream content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2624328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rows push well-known titles. High-quality minor works remain essentially undiscoverable.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3163824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" y="3163824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218688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depend on viewing history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3511296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fails for new users who have little or no watch history to draw recommendations from.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4050792"/>
            <a:ext cx="8366760" cy="73152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4050792"/>
            <a:ext cx="109728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105656"/>
            <a:ext cx="8001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channel for mood or preference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" y="4398264"/>
            <a:ext cx="8001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currently no way to tell a streaming service how you feel or what kind of story you are in the mood for.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AI chatbot that recommends movies from your mood — not your watch history.</a:t>
            </a:r>
            <a:endParaRPr lang="en-US" sz="1300" dirty="0"/>
          </a:p>
        </p:txBody>
      </p:sp>
      <p:pic>
        <p:nvPicPr>
          <p:cNvPr id="6" name="Image 0" descr="/home/claude/theater_bg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411480" y="1325880"/>
            <a:ext cx="83210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325880"/>
            <a:ext cx="8321040" cy="100584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prototype powered by AI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2487168"/>
            <a:ext cx="2761488" cy="24231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2487168"/>
            <a:ext cx="276148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76072" y="3182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6072" y="36393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describe their mood or preference in free-form text. Suggestion buttons like "Something to make me cry" or "Mind-bending thriller" are also pre-written for quick access.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19272" y="2487168"/>
            <a:ext cx="2761488" cy="24231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19272" y="2487168"/>
            <a:ext cx="276148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3864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483864" y="3182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 AI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83864" y="36393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 receives a system prompt with the full enriched catalog. It recommends only from that list — no hallucinated titles.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27064" y="2487168"/>
            <a:ext cx="2761488" cy="24231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27064" y="2487168"/>
            <a:ext cx="276148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91656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391656" y="31821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91656" y="3639312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retains full conversation history across the session. Users can follow up and refine results without starting over.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/home/claude/theater_bg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6858000" y="868680"/>
            <a:ext cx="196596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926080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91440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38988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1755648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24-film catalog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years, user ratings (0–5 scale)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2926080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788920"/>
            <a:ext cx="91440" cy="1353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89864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3264408"/>
            <a:ext cx="2633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metadata fetched on page 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genres, overviews, runtime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ml_rating × 2 if API fails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56432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005072" y="91440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05072" y="1280160"/>
            <a:ext cx="2194560" cy="3246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160520" y="1444752"/>
            <a:ext cx="1874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buildSystemPrompt()
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enriched catalog into Gemini system instruction:
</a:t>
            </a: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&amp; year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120-char overview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model to recommend only from catalog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outside knowledge used.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91072" y="23317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76288" y="914400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876288" y="1280160"/>
            <a:ext cx="1993392" cy="32461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22592" y="1444752"/>
            <a:ext cx="171907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
</a:t>
            </a: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tier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language understanding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chat history per session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Multi-turn refinement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 512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0.75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file.  No backend.  No database.  No build step.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Page Loading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4592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75564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TMDB and Gemini API keys on the setup screen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42316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2316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42316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5328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validates the TMDB key with a test call to movie ID 278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320040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004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14400" y="331012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catalog movies enriched via TMDB API in batches of 4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97764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9776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408736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renders four movie rows and hero banner progressively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57600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0" y="164592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57600" y="164592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0" y="164592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114800" y="175564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 message — added to chatHistory and shown in UI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57600" y="242316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57600" y="242316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0" y="242316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114800" y="253288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chatHistory + system prompt sent to Gemini REST API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0" y="320040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3657600" y="320040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0" y="32004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114800" y="331012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returns recommendation response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657600" y="3977640"/>
            <a:ext cx="3017520" cy="6583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57600" y="3977640"/>
            <a:ext cx="34747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0" y="39776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114800" y="4087368"/>
            <a:ext cx="24505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displayed and appended to chatHistory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the market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788920" cy="17373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53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(Netflix, Spotify)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+ collaborative filtering.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active users.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for new or casual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261872"/>
            <a:ext cx="2788920" cy="173736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1353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Tools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(JustWatch, Letterboxd)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90195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filtering available.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browsing.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AI component.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27064" y="1261872"/>
            <a:ext cx="278892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C0392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3533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64224" y="1901952"/>
            <a:ext cx="2514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natural language.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viewing history.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catalog.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for streaming platforms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find content faster are more likely to remain subscribers.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87752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87752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Utilization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lesser-known content from the existing library.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64024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64024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Onboarding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zero viewing history — useful from day one.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0296" y="3547872"/>
            <a:ext cx="2029968" cy="135331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0296" y="3547872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0024" y="370332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50024" y="4069080"/>
            <a:ext cx="18105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placement opportunity for studios and distributors.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Confirmed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0876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53312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correctly interprets free-form mood input and maps it to MovieLens titles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350008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94560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calls successfully fetch posters, genres, and overviews on page load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191256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35808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keeps all recommendations within the catalog — no hallucinations observed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3931920" cy="713232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4032504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77056"/>
            <a:ext cx="34015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history allows users to refine results without restarting the session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61872"/>
            <a:ext cx="4114800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61872"/>
            <a:ext cx="10972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24-film catalog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74336" y="16824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at build time. Gemini needs a concrete list to reference, so titles must be in the code. The AI cannot recommend anything outside those 24.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523744"/>
            <a:ext cx="4114800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523744"/>
            <a:ext cx="10972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6151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feedback data collected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74336" y="29443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click-through or session logs. Evaluation is based on direct observation during development and team testing.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785616"/>
            <a:ext cx="4114800" cy="1115568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785616"/>
            <a:ext cx="10972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8770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User-supplied API keys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42062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their own TMDB and Gemini keys. Keys could not be hardcoded to prevent misuse of the team's own keys.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eater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4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Walkthrough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2743200"/>
            <a:ext cx="56692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for:
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API key setup screen  →  enter TMDB and Gemini keys
2.  Netflix-style UI  →  four movie rows loaded live from TMDB
3.  AI Search bar  →  type a mood or preference
4.  AI Movie Chat button  →  persistent floating button, multi-turn conversation
5.  Follow-up refinement  →  chatbot adjusts recommendations using conversation history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9144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02412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catalog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24 films to the full MovieLens dataset (~62,000 titles) using vector embeddings and semantic search.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322576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22576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22576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1401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memory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memory across sessions so the AI improves recommendations based on prior interactions.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712464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712464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12464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80390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TMDB search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169664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system to recommend films outside the pre-encoded catalog when nothing in the list matches.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932688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32688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932688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1024128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user study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389888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click-through data and explicit feedback from external participants for quantitative evaluation.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322576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322576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322576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0" y="2414016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2779776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languages — Gemini already supports multilingual input, making this feasible.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712464"/>
            <a:ext cx="4160520" cy="1234440"/>
          </a:xfrm>
          <a:prstGeom prst="rect">
            <a:avLst/>
          </a:prstGeom>
          <a:solidFill>
            <a:srgbClr val="F7F7F7"/>
          </a:solidFill>
          <a:ln w="635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12464"/>
            <a:ext cx="38404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12464"/>
            <a:ext cx="384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803904"/>
            <a:ext cx="3547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API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169664"/>
            <a:ext cx="3547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direct playback from recommendations by connecting to actual streaming platform APIs.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heater_bg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7F7F7">
              <a:alpha val="70000"/>
            </a:srgbClr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82296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Discovery — Team 8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10972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670048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542032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Users cannot discover content they don't already know exists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163824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3035808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Conversational AI chatbot grounded in a real movie catalog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529584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— Gemini 2.5 Flash Lite + MovieLens + TMDB API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4151376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4023360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— Single-file prototype with Netflix-style UI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365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github.com/AkiraDoi-csulb/CECS451-Team-Project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1051</Words>
  <Application>Microsoft Office PowerPoint</Application>
  <PresentationFormat>On-screen Show (16:9)</PresentationFormat>
  <Paragraphs>176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Content Discovery - Team 8</dc:title>
  <dc:subject>PptxGenJS Presentation</dc:subject>
  <dc:creator>PptxGenJS</dc:creator>
  <cp:lastModifiedBy>Akira Doi</cp:lastModifiedBy>
  <cp:revision>4</cp:revision>
  <dcterms:created xsi:type="dcterms:W3CDTF">2026-05-11T19:36:28Z</dcterms:created>
  <dcterms:modified xsi:type="dcterms:W3CDTF">2026-05-11T19:43:44Z</dcterms:modified>
</cp:coreProperties>
</file>